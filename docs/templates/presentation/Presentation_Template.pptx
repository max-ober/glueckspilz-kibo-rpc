
<file path=[Content_Types].xml><?xml version="1.0" encoding="utf-8"?>
<Types xmlns="http://schemas.openxmlformats.org/package/2006/content-types"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52" r:id="rId3"/>
    <p:sldMasterId id="2147483653" r:id="rId4"/>
    <p:sldMasterId id="2147483654" r:id="rId5"/>
    <p:sldMasterId id="2147483656" r:id="rId6"/>
    <p:sldMasterId id="2147483657" r:id="rId7"/>
    <p:sldMasterId id="2147483658" r:id="rId8"/>
    <p:sldMasterId id="2147483659" r:id="rId9"/>
    <p:sldMasterId id="2147483660" r:id="rId10"/>
    <p:sldMasterId id="2147483661" r:id="rId11"/>
    <p:sldMasterId id="2147483662" r:id="rId12"/>
    <p:sldMasterId id="2147483664" r:id="rId13"/>
    <p:sldMasterId id="2147483666" r:id="rId14"/>
    <p:sldMasterId id="2147483667" r:id="rId15"/>
  </p:sldMasterIdLst>
  <p:sldIdLst>
    <p:sldId id="256" r:id="rId16"/>
    <p:sldId id="257" r:id="rId17"/>
    <p:sldId id="267" r:id="rId18"/>
    <p:sldId id="263" r:id="rId19"/>
    <p:sldId id="264" r:id="rId20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D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67160" y="0"/>
            <a:ext cx="10657080" cy="64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chemeClr val="dk1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767160" y="908640"/>
            <a:ext cx="10657080" cy="518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08022-D7E9-A8F6-0BCC-0BB7B675B9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AD5CF2-8CA1-6572-B6DE-CB5D0C8BB2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20015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31972-C8FB-7EC0-76FA-89E81363F2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2EE3BB-5E4A-6A4F-BFC8-4B4B17DB81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0155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82411-51DE-1A64-050D-9DE9E4433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3FC10F-4D22-6896-6D82-10220CFA6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4231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und Inhalt_No Breadcrumb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BEB95-7D80-930A-F865-5A1C6BF97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AB772C-4E98-9DB0-EB7A-8861C9FFE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48836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D88E3-5D8D-0D5E-1083-E8B11A5BF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9749C0-4951-3D18-CB1B-8582CB088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0256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2ED49-2B79-8D2B-9B90-C97B108D24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9845A1-93FF-D4AF-B164-0180ECFC12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48994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4907E-9B83-FB0C-2E50-703F9D77D0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02E79A-3C45-4AB7-DB47-770566EC71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6930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E10B1-EE30-2BDC-B671-BF396DBE52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27C5A7-9224-6C40-4FAC-8A797CEED1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68832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48061-CBB5-63CD-04CB-F622FDC3B0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067168-ED9C-A355-8444-8B036530B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0411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und Inhalt_No Breadcrumbs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und Inhalt_No Breadcrumbs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F92AB-B608-4EA4-1A96-0E34A200B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291DAB-C170-31A7-B5F7-EDC926798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880870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und Inhalt_No Breadcrumbs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gif"/><Relationship Id="rId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gif"/><Relationship Id="rId4" Type="http://schemas.openxmlformats.org/officeDocument/2006/relationships/image" Target="../media/image3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gif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gif"/><Relationship Id="rId4" Type="http://schemas.openxmlformats.org/officeDocument/2006/relationships/image" Target="../media/image3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gif"/><Relationship Id="rId4" Type="http://schemas.openxmlformats.org/officeDocument/2006/relationships/image" Target="../media/image3.png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.gif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2" hidden="1"/>
          <p:cNvSpPr/>
          <p:nvPr/>
        </p:nvSpPr>
        <p:spPr>
          <a:xfrm>
            <a:off x="815040" y="6237360"/>
            <a:ext cx="11376720" cy="6202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E7E7E7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de-DE" sz="1400" b="1" u="none" strike="noStrike">
              <a:solidFill>
                <a:schemeClr val="dk1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10" name="Line 30"/>
          <p:cNvSpPr/>
          <p:nvPr/>
        </p:nvSpPr>
        <p:spPr>
          <a:xfrm>
            <a:off x="175680" y="691920"/>
            <a:ext cx="11808720" cy="360"/>
          </a:xfrm>
          <a:prstGeom prst="line">
            <a:avLst/>
          </a:prstGeom>
          <a:ln w="28440">
            <a:solidFill>
              <a:schemeClr val="lt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de-DE" sz="1400" b="1" u="none" strike="noStrike">
              <a:solidFill>
                <a:schemeClr val="dk1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2" name="Text Box 34" hidden="1"/>
          <p:cNvSpPr/>
          <p:nvPr/>
        </p:nvSpPr>
        <p:spPr>
          <a:xfrm>
            <a:off x="11136960" y="6409080"/>
            <a:ext cx="874800" cy="273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>
              <a:lnSpc>
                <a:spcPct val="100000"/>
              </a:lnSpc>
            </a:pPr>
            <a:fld id="{A0F0CABD-E354-4565-859A-903387FCD1C1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 Rounded MT Bold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/>
          <p:cNvPicPr/>
          <p:nvPr/>
        </p:nvPicPr>
        <p:blipFill>
          <a:blip r:embed="rId3"/>
          <a:stretch/>
        </p:blipFill>
        <p:spPr>
          <a:xfrm>
            <a:off x="0" y="6234480"/>
            <a:ext cx="623160" cy="62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TextBox 1" hidden="1"/>
          <p:cNvSpPr/>
          <p:nvPr/>
        </p:nvSpPr>
        <p:spPr>
          <a:xfrm>
            <a:off x="4079880" y="6402960"/>
            <a:ext cx="403200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Space Informatics and Satellite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" name="Picture 9" descr="unilogo4c"/>
          <p:cNvPicPr/>
          <p:nvPr/>
        </p:nvPicPr>
        <p:blipFill>
          <a:blip r:embed="rId4"/>
          <a:stretch/>
        </p:blipFill>
        <p:spPr>
          <a:xfrm>
            <a:off x="0" y="279000"/>
            <a:ext cx="12191760" cy="95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67160" y="3106080"/>
            <a:ext cx="10657080" cy="64584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de-DE" sz="2600" b="1" u="none" strike="noStrike">
                <a:solidFill>
                  <a:srgbClr val="063D79"/>
                </a:solidFill>
                <a:effectLst/>
                <a:uFillTx/>
                <a:latin typeface="Arial"/>
              </a:rPr>
              <a:t>Mastertitelformat bearbeiten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7" name="TextBox 2"/>
          <p:cNvSpPr/>
          <p:nvPr/>
        </p:nvSpPr>
        <p:spPr>
          <a:xfrm>
            <a:off x="4079880" y="6402960"/>
            <a:ext cx="403200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Space Informatics and Satellite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13" name="Picture 12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381CE7AB-71C6-824A-98A5-267AE300E8B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912" y="507495"/>
            <a:ext cx="1848408" cy="4941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2"/>
          <p:cNvSpPr/>
          <p:nvPr/>
        </p:nvSpPr>
        <p:spPr>
          <a:xfrm>
            <a:off x="815040" y="6237360"/>
            <a:ext cx="11376720" cy="6202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E7E7E7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de-DE" sz="1400" b="1" u="none" strike="noStrike">
              <a:solidFill>
                <a:schemeClr val="dk1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22" name="Text Box 34"/>
          <p:cNvSpPr/>
          <p:nvPr/>
        </p:nvSpPr>
        <p:spPr>
          <a:xfrm>
            <a:off x="11136960" y="6409080"/>
            <a:ext cx="874800" cy="273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>
              <a:lnSpc>
                <a:spcPct val="100000"/>
              </a:lnSpc>
            </a:pPr>
            <a:fld id="{D860F9CF-DDE0-48E2-A33D-5332DB80F4E7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 Rounded MT Bold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" name="Picture 2"/>
          <p:cNvPicPr/>
          <p:nvPr/>
        </p:nvPicPr>
        <p:blipFill>
          <a:blip r:embed="rId3"/>
          <a:stretch/>
        </p:blipFill>
        <p:spPr>
          <a:xfrm>
            <a:off x="0" y="6234480"/>
            <a:ext cx="623160" cy="62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TextBox 1"/>
          <p:cNvSpPr/>
          <p:nvPr/>
        </p:nvSpPr>
        <p:spPr>
          <a:xfrm>
            <a:off x="4079880" y="6402960"/>
            <a:ext cx="403200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Space Informatics and Satellite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67160" y="0"/>
            <a:ext cx="10657080" cy="64584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de-DE" sz="2600" b="1" u="none" strike="noStrike">
                <a:solidFill>
                  <a:srgbClr val="063D79"/>
                </a:solidFill>
                <a:effectLst/>
                <a:uFillTx/>
                <a:latin typeface="Arial"/>
              </a:rPr>
              <a:t>Titelmasterformat durch Klicken bearbeiten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767160" y="876240"/>
            <a:ext cx="10667520" cy="5105160"/>
          </a:xfrm>
          <a:prstGeom prst="rect">
            <a:avLst/>
          </a:prstGeom>
          <a:noFill/>
          <a:ln w="9360">
            <a:noFill/>
          </a:ln>
        </p:spPr>
        <p:txBody>
          <a:bodyPr vert="eaVert" lIns="92160" tIns="46080" rIns="92160" bIns="46080" numCol="1" spcCol="0" anchor="t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Textmasterformat bearbeiten</a:t>
            </a:r>
            <a:endParaRPr lang="en-US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Zweite Ebene</a:t>
            </a:r>
            <a:endParaRPr lang="en-US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Dritte Ebene</a:t>
            </a:r>
            <a:endParaRPr lang="en-US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Vierte Ebene</a:t>
            </a:r>
            <a:endParaRPr lang="en-US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Fünfte Ebene</a:t>
            </a:r>
            <a:endParaRPr lang="en-US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27" name="TextBox 3"/>
          <p:cNvSpPr/>
          <p:nvPr/>
        </p:nvSpPr>
        <p:spPr>
          <a:xfrm>
            <a:off x="4079880" y="6402960"/>
            <a:ext cx="403200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Space Informatics and Satellite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" name="Picture 9" descr="unilogo4c">
            <a:extLst>
              <a:ext uri="{FF2B5EF4-FFF2-40B4-BE49-F238E27FC236}">
                <a16:creationId xmlns:a16="http://schemas.microsoft.com/office/drawing/2014/main" id="{A903569A-D644-43AE-6011-D6C465088038}"/>
              </a:ext>
            </a:extLst>
          </p:cNvPr>
          <p:cNvPicPr/>
          <p:nvPr userDrawn="1"/>
        </p:nvPicPr>
        <p:blipFill>
          <a:blip r:embed="rId4"/>
          <a:stretch/>
        </p:blipFill>
        <p:spPr>
          <a:xfrm>
            <a:off x="0" y="0"/>
            <a:ext cx="12191760" cy="95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Picture 8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3A6E1451-F5B7-A6F8-07FE-352492370B4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3352" y="175680"/>
            <a:ext cx="1848408" cy="4941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unilogo4c">
            <a:extLst>
              <a:ext uri="{FF2B5EF4-FFF2-40B4-BE49-F238E27FC236}">
                <a16:creationId xmlns:a16="http://schemas.microsoft.com/office/drawing/2014/main" id="{79BEAA41-779D-9D85-0D2D-6F599C97990C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0" y="0"/>
            <a:ext cx="12191760" cy="95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Picture 4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0E29AB27-075B-D96E-D9D1-367B203DE2D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3352" y="175680"/>
            <a:ext cx="1848408" cy="494130"/>
          </a:xfrm>
          <a:prstGeom prst="rect">
            <a:avLst/>
          </a:prstGeom>
        </p:spPr>
      </p:pic>
      <p:sp>
        <p:nvSpPr>
          <p:cNvPr id="28" name="Rectangle 32"/>
          <p:cNvSpPr/>
          <p:nvPr/>
        </p:nvSpPr>
        <p:spPr>
          <a:xfrm>
            <a:off x="815040" y="6237360"/>
            <a:ext cx="11376720" cy="6202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E7E7E7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de-DE" sz="1400" b="1" u="none" strike="noStrike">
              <a:solidFill>
                <a:schemeClr val="dk1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30" name="Text Box 34"/>
          <p:cNvSpPr/>
          <p:nvPr/>
        </p:nvSpPr>
        <p:spPr>
          <a:xfrm>
            <a:off x="11136960" y="6409080"/>
            <a:ext cx="874800" cy="273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>
              <a:lnSpc>
                <a:spcPct val="100000"/>
              </a:lnSpc>
            </a:pPr>
            <a:fld id="{7B8FB81D-EAB9-4875-A479-97BD551DFCD5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 Rounded MT Bold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Picture 2"/>
          <p:cNvPicPr/>
          <p:nvPr/>
        </p:nvPicPr>
        <p:blipFill>
          <a:blip r:embed="rId5"/>
          <a:stretch/>
        </p:blipFill>
        <p:spPr>
          <a:xfrm>
            <a:off x="0" y="6234480"/>
            <a:ext cx="623160" cy="62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Box 1"/>
          <p:cNvSpPr/>
          <p:nvPr/>
        </p:nvSpPr>
        <p:spPr>
          <a:xfrm>
            <a:off x="4079880" y="6402960"/>
            <a:ext cx="403200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Space Informatics and Satellite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901720" y="765360"/>
            <a:ext cx="2666520" cy="5326920"/>
          </a:xfrm>
          <a:prstGeom prst="rect">
            <a:avLst/>
          </a:prstGeom>
          <a:noFill/>
          <a:ln w="9360">
            <a:noFill/>
          </a:ln>
        </p:spPr>
        <p:txBody>
          <a:bodyPr vert="eaVert" lIns="92160" tIns="46080" rIns="92160" bIns="4608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de-DE" sz="2600" b="1" u="none" strike="noStrike">
                <a:solidFill>
                  <a:srgbClr val="063D79"/>
                </a:solidFill>
                <a:effectLst/>
                <a:uFillTx/>
                <a:latin typeface="Arial"/>
              </a:rPr>
              <a:t>Titelmasterformat durch Klicken bearbeiten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23520" y="765360"/>
            <a:ext cx="8208720" cy="5326920"/>
          </a:xfrm>
          <a:prstGeom prst="rect">
            <a:avLst/>
          </a:prstGeom>
          <a:noFill/>
          <a:ln w="9360">
            <a:noFill/>
          </a:ln>
        </p:spPr>
        <p:txBody>
          <a:bodyPr vert="eaVert" lIns="92160" tIns="46080" rIns="92160" bIns="46080" numCol="1" spcCol="0" anchor="t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Textmasterformat bearbeiten</a:t>
            </a:r>
            <a:endParaRPr lang="en-US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Zweite Ebene</a:t>
            </a:r>
            <a:endParaRPr lang="en-US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Dritte Ebene</a:t>
            </a:r>
            <a:endParaRPr lang="en-US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Vierte Ebene</a:t>
            </a:r>
            <a:endParaRPr lang="en-US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Fünfte Ebene</a:t>
            </a:r>
            <a:endParaRPr lang="en-US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5" name="TextBox 3"/>
          <p:cNvSpPr/>
          <p:nvPr/>
        </p:nvSpPr>
        <p:spPr>
          <a:xfrm>
            <a:off x="4079880" y="6402960"/>
            <a:ext cx="403200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Space Informatics and Satellite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2"/>
          <p:cNvSpPr/>
          <p:nvPr/>
        </p:nvSpPr>
        <p:spPr>
          <a:xfrm>
            <a:off x="815040" y="6237360"/>
            <a:ext cx="11376720" cy="6202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E7E7E7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de-DE" sz="1400" b="1" u="none" strike="noStrike">
              <a:solidFill>
                <a:schemeClr val="dk1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38" name="Text Box 34"/>
          <p:cNvSpPr/>
          <p:nvPr/>
        </p:nvSpPr>
        <p:spPr>
          <a:xfrm>
            <a:off x="11136960" y="6409080"/>
            <a:ext cx="874800" cy="273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>
              <a:lnSpc>
                <a:spcPct val="100000"/>
              </a:lnSpc>
            </a:pPr>
            <a:fld id="{CB47C596-DDC3-4836-82F1-E26AEFDDC964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 Rounded MT Bold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" name="Picture 2"/>
          <p:cNvPicPr/>
          <p:nvPr/>
        </p:nvPicPr>
        <p:blipFill>
          <a:blip r:embed="rId3"/>
          <a:stretch/>
        </p:blipFill>
        <p:spPr>
          <a:xfrm>
            <a:off x="0" y="6234480"/>
            <a:ext cx="623160" cy="62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TextBox 1"/>
          <p:cNvSpPr/>
          <p:nvPr/>
        </p:nvSpPr>
        <p:spPr>
          <a:xfrm>
            <a:off x="4079880" y="6402960"/>
            <a:ext cx="403200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Space Informatics and Satellite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de-DE" sz="4000" b="1" u="none" strike="noStrike" cap="all">
                <a:solidFill>
                  <a:srgbClr val="063D79"/>
                </a:solidFill>
                <a:effectLst/>
                <a:uFillTx/>
                <a:latin typeface="Arial"/>
              </a:rPr>
              <a:t>Titelmasterformat durch Klicken bearbeiten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b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Textmasterformat bearbeiten</a:t>
            </a:r>
            <a:endParaRPr lang="en-US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pic>
        <p:nvPicPr>
          <p:cNvPr id="4" name="Picture 9" descr="unilogo4c">
            <a:extLst>
              <a:ext uri="{FF2B5EF4-FFF2-40B4-BE49-F238E27FC236}">
                <a16:creationId xmlns:a16="http://schemas.microsoft.com/office/drawing/2014/main" id="{FDEDF346-E05C-7D97-BAE2-A0E0575610D4}"/>
              </a:ext>
            </a:extLst>
          </p:cNvPr>
          <p:cNvPicPr/>
          <p:nvPr userDrawn="1"/>
        </p:nvPicPr>
        <p:blipFill>
          <a:blip r:embed="rId4"/>
          <a:stretch/>
        </p:blipFill>
        <p:spPr>
          <a:xfrm>
            <a:off x="0" y="0"/>
            <a:ext cx="12191760" cy="95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Picture 4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0A5EA222-C5E7-9B0F-37D1-D6E0506B4DE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3352" y="175680"/>
            <a:ext cx="1848408" cy="4941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9" descr="unilogo4c">
            <a:extLst>
              <a:ext uri="{FF2B5EF4-FFF2-40B4-BE49-F238E27FC236}">
                <a16:creationId xmlns:a16="http://schemas.microsoft.com/office/drawing/2014/main" id="{B137A0FF-FEB8-9265-B447-87336AA2B855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0" y="0"/>
            <a:ext cx="12191760" cy="95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Picture 6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0694330C-D0E6-414D-89CF-3004DED044B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3352" y="175680"/>
            <a:ext cx="1848408" cy="494130"/>
          </a:xfrm>
          <a:prstGeom prst="rect">
            <a:avLst/>
          </a:prstGeom>
        </p:spPr>
      </p:pic>
      <p:sp>
        <p:nvSpPr>
          <p:cNvPr id="43" name="Rectangle 32"/>
          <p:cNvSpPr/>
          <p:nvPr/>
        </p:nvSpPr>
        <p:spPr>
          <a:xfrm>
            <a:off x="815040" y="6237360"/>
            <a:ext cx="11376720" cy="6202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E7E7E7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de-DE" sz="1400" b="1" u="none" strike="noStrike">
              <a:solidFill>
                <a:schemeClr val="dk1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45" name="Text Box 34"/>
          <p:cNvSpPr/>
          <p:nvPr/>
        </p:nvSpPr>
        <p:spPr>
          <a:xfrm>
            <a:off x="11136960" y="6409080"/>
            <a:ext cx="874800" cy="273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>
              <a:lnSpc>
                <a:spcPct val="100000"/>
              </a:lnSpc>
            </a:pPr>
            <a:fld id="{7B8D5F5D-121E-447A-89BB-1045F065128D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 Rounded MT Bold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" name="Picture 2"/>
          <p:cNvPicPr/>
          <p:nvPr/>
        </p:nvPicPr>
        <p:blipFill>
          <a:blip r:embed="rId5"/>
          <a:stretch/>
        </p:blipFill>
        <p:spPr>
          <a:xfrm>
            <a:off x="0" y="6234480"/>
            <a:ext cx="623160" cy="62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TextBox 1"/>
          <p:cNvSpPr/>
          <p:nvPr/>
        </p:nvSpPr>
        <p:spPr>
          <a:xfrm>
            <a:off x="4079880" y="6402960"/>
            <a:ext cx="403200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Space Informatics and Satellite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67160" y="0"/>
            <a:ext cx="10657080" cy="64584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de-DE" sz="2600" b="1" u="none" strike="noStrike">
                <a:solidFill>
                  <a:srgbClr val="063D79"/>
                </a:solidFill>
                <a:effectLst/>
                <a:uFillTx/>
                <a:latin typeface="Arial"/>
              </a:rPr>
              <a:t>Titelmasterformat durch Klicken bearbeiten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767160" y="908640"/>
            <a:ext cx="10657080" cy="518436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t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Textmasterformat bearbeiten</a:t>
            </a:r>
            <a:endParaRPr lang="en-US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Zweite Ebene</a:t>
            </a:r>
            <a:endParaRPr lang="en-US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Dritte Ebene</a:t>
            </a:r>
          </a:p>
          <a:p>
            <a:pPr marL="1728000" lvl="3" indent="-216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Vierte Ebene</a:t>
            </a:r>
          </a:p>
          <a:p>
            <a:pPr marL="2160000" lvl="4" indent="-216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Fünfte Ebene</a:t>
            </a:r>
          </a:p>
        </p:txBody>
      </p:sp>
      <p:sp>
        <p:nvSpPr>
          <p:cNvPr id="50" name="TextBox 2"/>
          <p:cNvSpPr/>
          <p:nvPr/>
        </p:nvSpPr>
        <p:spPr>
          <a:xfrm>
            <a:off x="4079880" y="6402960"/>
            <a:ext cx="403200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Space Informatics and Satellite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 descr="unilogo4c">
            <a:extLst>
              <a:ext uri="{FF2B5EF4-FFF2-40B4-BE49-F238E27FC236}">
                <a16:creationId xmlns:a16="http://schemas.microsoft.com/office/drawing/2014/main" id="{506EEE3E-3CEA-086E-A33E-C168F51E9269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0" y="0"/>
            <a:ext cx="12191760" cy="95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Rectangle 32"/>
          <p:cNvSpPr/>
          <p:nvPr/>
        </p:nvSpPr>
        <p:spPr>
          <a:xfrm>
            <a:off x="815040" y="6237360"/>
            <a:ext cx="11376720" cy="6202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E7E7E7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de-DE" sz="1400" b="1" u="none" strike="noStrike">
              <a:solidFill>
                <a:schemeClr val="dk1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53" name="Text Box 34"/>
          <p:cNvSpPr/>
          <p:nvPr/>
        </p:nvSpPr>
        <p:spPr>
          <a:xfrm>
            <a:off x="11136960" y="6409080"/>
            <a:ext cx="874800" cy="273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>
              <a:lnSpc>
                <a:spcPct val="100000"/>
              </a:lnSpc>
            </a:pPr>
            <a:fld id="{0BBDF57F-18A2-4FAB-B16B-7E9E74C84494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 Rounded MT Bold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Picture 2"/>
          <p:cNvPicPr/>
          <p:nvPr/>
        </p:nvPicPr>
        <p:blipFill>
          <a:blip r:embed="rId4"/>
          <a:stretch/>
        </p:blipFill>
        <p:spPr>
          <a:xfrm>
            <a:off x="0" y="6234480"/>
            <a:ext cx="623160" cy="62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Box 1"/>
          <p:cNvSpPr/>
          <p:nvPr/>
        </p:nvSpPr>
        <p:spPr>
          <a:xfrm>
            <a:off x="4079880" y="6402960"/>
            <a:ext cx="403200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Space Informatics and Satellite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67160" y="0"/>
            <a:ext cx="10657080" cy="64584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de-DE" sz="2600" b="1" u="none" strike="noStrike">
                <a:solidFill>
                  <a:srgbClr val="063D79"/>
                </a:solidFill>
                <a:effectLst/>
                <a:uFillTx/>
                <a:latin typeface="Arial"/>
              </a:rPr>
              <a:t>Titelmasterformat durch Klicken bearbeiten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767160" y="980640"/>
            <a:ext cx="10657080" cy="510876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t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Textmasterformat bearbeiten</a:t>
            </a:r>
            <a:endParaRPr lang="en-US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Zweite Ebene</a:t>
            </a:r>
            <a:endParaRPr lang="en-US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Dritte Ebene</a:t>
            </a:r>
          </a:p>
          <a:p>
            <a:pPr marL="1728000" lvl="3" indent="-216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Vierte Ebene</a:t>
            </a:r>
          </a:p>
          <a:p>
            <a:pPr marL="2160000" lvl="4" indent="-216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Fünfte Ebene</a:t>
            </a:r>
          </a:p>
        </p:txBody>
      </p:sp>
      <p:sp>
        <p:nvSpPr>
          <p:cNvPr id="58" name="TextBox 2"/>
          <p:cNvSpPr/>
          <p:nvPr/>
        </p:nvSpPr>
        <p:spPr>
          <a:xfrm>
            <a:off x="4079880" y="6402960"/>
            <a:ext cx="403200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Space Informatics and Satellite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D07CFA5B-993F-1888-3433-A6E3F19F234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3352" y="175680"/>
            <a:ext cx="1848408" cy="4941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 descr="unilogo4c">
            <a:extLst>
              <a:ext uri="{FF2B5EF4-FFF2-40B4-BE49-F238E27FC236}">
                <a16:creationId xmlns:a16="http://schemas.microsoft.com/office/drawing/2014/main" id="{49AEB85B-BD61-5946-86E4-AB69F9F8B893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0" y="0"/>
            <a:ext cx="12191760" cy="95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Rectangle 32"/>
          <p:cNvSpPr/>
          <p:nvPr/>
        </p:nvSpPr>
        <p:spPr>
          <a:xfrm>
            <a:off x="815040" y="6237360"/>
            <a:ext cx="11376720" cy="6202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E7E7E7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de-DE" sz="1400" b="1" u="none" strike="noStrike">
              <a:solidFill>
                <a:schemeClr val="dk1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61" name="Text Box 34"/>
          <p:cNvSpPr/>
          <p:nvPr/>
        </p:nvSpPr>
        <p:spPr>
          <a:xfrm>
            <a:off x="11136960" y="6409080"/>
            <a:ext cx="874800" cy="273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>
              <a:lnSpc>
                <a:spcPct val="100000"/>
              </a:lnSpc>
            </a:pPr>
            <a:fld id="{516C6CC4-9AF5-4B0C-AD4F-42B6F5FDE388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 Rounded MT Bold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Picture 2"/>
          <p:cNvPicPr/>
          <p:nvPr/>
        </p:nvPicPr>
        <p:blipFill>
          <a:blip r:embed="rId4"/>
          <a:stretch/>
        </p:blipFill>
        <p:spPr>
          <a:xfrm>
            <a:off x="0" y="6234480"/>
            <a:ext cx="623160" cy="62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Box 1"/>
          <p:cNvSpPr/>
          <p:nvPr/>
        </p:nvSpPr>
        <p:spPr>
          <a:xfrm>
            <a:off x="4079880" y="6402960"/>
            <a:ext cx="403200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Space Informatics and Satellite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67160" y="0"/>
            <a:ext cx="10657080" cy="64584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de-DE" sz="2600" b="1" u="none" strike="noStrike">
                <a:solidFill>
                  <a:srgbClr val="063D79"/>
                </a:solidFill>
                <a:effectLst/>
                <a:uFillTx/>
                <a:latin typeface="Arial"/>
              </a:rPr>
              <a:t>Titelmasterformat durch Klicken bearbeiten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767520" y="924480"/>
            <a:ext cx="5231880" cy="510516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t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Textmasterformat bearbeiten</a:t>
            </a:r>
            <a:endParaRPr lang="en-US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Zweite Ebene</a:t>
            </a:r>
            <a:endParaRPr lang="en-US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Dritte Ebene</a:t>
            </a:r>
            <a:endParaRPr lang="en-US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Vierte Ebene</a:t>
            </a:r>
            <a:endParaRPr lang="en-US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Fünfte Ebene</a:t>
            </a:r>
            <a:endParaRPr lang="en-US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192360" y="924480"/>
            <a:ext cx="5231880" cy="510516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Textmasterformat bearbeiten</a:t>
            </a:r>
            <a:endParaRPr lang="en-US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63D7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Zweite Ebene</a:t>
            </a:r>
            <a:endParaRPr lang="en-US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63D79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Dritte Ebene</a:t>
            </a:r>
            <a:endParaRPr lang="en-US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562040" lvl="3" indent="-2286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63D7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Vierte Ebene</a:t>
            </a:r>
            <a:endParaRPr lang="en-US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981080" lvl="4" indent="-2286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63D79"/>
              </a:buClr>
              <a:buFont typeface="Symbol" charset="2"/>
              <a:buChar char="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Fünfte Ebene</a:t>
            </a:r>
            <a:endParaRPr lang="en-US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4"/>
          <p:cNvSpPr/>
          <p:nvPr/>
        </p:nvSpPr>
        <p:spPr>
          <a:xfrm>
            <a:off x="4079880" y="6402960"/>
            <a:ext cx="403200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Space Informatics and Satellite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C4BD8DE3-A65A-A6E7-EFB4-E67F6E82F11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3352" y="175680"/>
            <a:ext cx="1848408" cy="4941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 descr="unilogo4c">
            <a:extLst>
              <a:ext uri="{FF2B5EF4-FFF2-40B4-BE49-F238E27FC236}">
                <a16:creationId xmlns:a16="http://schemas.microsoft.com/office/drawing/2014/main" id="{A87D8A69-4B6B-40D0-A5B1-E76908AFE43A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0" y="0"/>
            <a:ext cx="12191760" cy="95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Rectangle 32"/>
          <p:cNvSpPr/>
          <p:nvPr/>
        </p:nvSpPr>
        <p:spPr>
          <a:xfrm>
            <a:off x="815040" y="6237360"/>
            <a:ext cx="11376720" cy="6202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E7E7E7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de-DE" sz="1400" b="1" u="none" strike="noStrike">
              <a:solidFill>
                <a:schemeClr val="dk1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70" name="Text Box 34"/>
          <p:cNvSpPr/>
          <p:nvPr/>
        </p:nvSpPr>
        <p:spPr>
          <a:xfrm>
            <a:off x="11136960" y="6409080"/>
            <a:ext cx="874800" cy="273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>
              <a:lnSpc>
                <a:spcPct val="100000"/>
              </a:lnSpc>
            </a:pPr>
            <a:fld id="{2B015F14-AE3E-49EC-861D-5AD10D975F33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 Rounded MT Bold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Picture 2"/>
          <p:cNvPicPr/>
          <p:nvPr/>
        </p:nvPicPr>
        <p:blipFill>
          <a:blip r:embed="rId4"/>
          <a:stretch/>
        </p:blipFill>
        <p:spPr>
          <a:xfrm>
            <a:off x="0" y="6234480"/>
            <a:ext cx="623160" cy="62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Box 1"/>
          <p:cNvSpPr/>
          <p:nvPr/>
        </p:nvSpPr>
        <p:spPr>
          <a:xfrm>
            <a:off x="4079880" y="6402960"/>
            <a:ext cx="403200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Space Informatics and Satellite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body"/>
          </p:nvPr>
        </p:nvSpPr>
        <p:spPr>
          <a:xfrm>
            <a:off x="609480" y="1268640"/>
            <a:ext cx="5386680" cy="63936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b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4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Textmasterformat bearbeiten</a:t>
            </a:r>
            <a:endParaRPr lang="en-US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09480" y="1908360"/>
            <a:ext cx="5386680" cy="395100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Textmasterformat bearbeiten</a:t>
            </a:r>
            <a:endParaRPr lang="en-US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63D7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Zweite Ebene</a:t>
            </a:r>
            <a:endParaRPr lang="en-US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63D79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Dritte Ebene</a:t>
            </a:r>
            <a:endParaRPr lang="en-US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562040" lvl="3" indent="-2286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63D7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Vierte Ebene</a:t>
            </a:r>
            <a:endParaRPr lang="en-US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981080" lvl="4" indent="-2286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63D79"/>
              </a:buClr>
              <a:buFont typeface="Symbol" charset="2"/>
              <a:buChar char="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Fünfte Ebene</a:t>
            </a:r>
            <a:endParaRPr lang="en-US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6199560" y="1268640"/>
            <a:ext cx="5388840" cy="63936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de-DE" sz="24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Textmasterformat bearbeiten</a:t>
            </a:r>
            <a:endParaRPr lang="en-US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6199560" y="1908360"/>
            <a:ext cx="5388840" cy="395100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Textmasterformat bearbeiten</a:t>
            </a:r>
            <a:endParaRPr lang="en-US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63D7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Zweite Ebene</a:t>
            </a:r>
            <a:endParaRPr lang="en-US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63D79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Dritte Ebene</a:t>
            </a:r>
            <a:endParaRPr lang="en-US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562040" lvl="3" indent="-2286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63D7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Vierte Ebene</a:t>
            </a:r>
            <a:endParaRPr lang="en-US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981080" lvl="4" indent="-2286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63D79"/>
              </a:buClr>
              <a:buFont typeface="Symbol" charset="2"/>
              <a:buChar char="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Fünfte Ebene</a:t>
            </a:r>
            <a:endParaRPr lang="en-US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title"/>
          </p:nvPr>
        </p:nvSpPr>
        <p:spPr>
          <a:xfrm>
            <a:off x="767160" y="0"/>
            <a:ext cx="10657080" cy="64584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de-DE" sz="2600" b="1" u="none" strike="noStrike">
                <a:solidFill>
                  <a:srgbClr val="063D79"/>
                </a:solidFill>
                <a:effectLst/>
                <a:uFillTx/>
                <a:latin typeface="Arial"/>
              </a:rPr>
              <a:t>Titelmasterformat durch Klicken bearbeiten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78" name="TextBox 1"/>
          <p:cNvSpPr/>
          <p:nvPr/>
        </p:nvSpPr>
        <p:spPr>
          <a:xfrm>
            <a:off x="4079880" y="6402960"/>
            <a:ext cx="403200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Space Informatics and Satellite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 descr="unilogo4c">
            <a:extLst>
              <a:ext uri="{FF2B5EF4-FFF2-40B4-BE49-F238E27FC236}">
                <a16:creationId xmlns:a16="http://schemas.microsoft.com/office/drawing/2014/main" id="{0C148F29-6007-4A8E-3B65-E91FB764C432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0" y="0"/>
            <a:ext cx="12191760" cy="95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Rectangle 32"/>
          <p:cNvSpPr/>
          <p:nvPr/>
        </p:nvSpPr>
        <p:spPr>
          <a:xfrm>
            <a:off x="815040" y="6237360"/>
            <a:ext cx="11376720" cy="6202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E7E7E7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de-DE" sz="1400" b="1" u="none" strike="noStrike">
              <a:solidFill>
                <a:schemeClr val="dk1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81" name="Text Box 34"/>
          <p:cNvSpPr/>
          <p:nvPr/>
        </p:nvSpPr>
        <p:spPr>
          <a:xfrm>
            <a:off x="11136960" y="6409080"/>
            <a:ext cx="874800" cy="273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>
              <a:lnSpc>
                <a:spcPct val="100000"/>
              </a:lnSpc>
            </a:pPr>
            <a:fld id="{AD65689F-FC28-4A30-937C-A8052AA2C0D9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 Rounded MT Bold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Picture 2"/>
          <p:cNvPicPr/>
          <p:nvPr/>
        </p:nvPicPr>
        <p:blipFill>
          <a:blip r:embed="rId4"/>
          <a:stretch/>
        </p:blipFill>
        <p:spPr>
          <a:xfrm>
            <a:off x="0" y="6234480"/>
            <a:ext cx="623160" cy="62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Box 1"/>
          <p:cNvSpPr/>
          <p:nvPr/>
        </p:nvSpPr>
        <p:spPr>
          <a:xfrm>
            <a:off x="4079880" y="6402960"/>
            <a:ext cx="403200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Space Informatics and Satellite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767160" y="0"/>
            <a:ext cx="10657080" cy="64584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de-DE" sz="2600" b="1" u="none" strike="noStrike">
                <a:solidFill>
                  <a:srgbClr val="063D79"/>
                </a:solidFill>
                <a:effectLst/>
                <a:uFillTx/>
                <a:latin typeface="Arial"/>
              </a:rPr>
              <a:t>Titelmasterformat durch Klicken bearbeiten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4079880" y="6402960"/>
            <a:ext cx="403200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Space Informatics and Satellite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49B2056D-EC74-AC03-9E21-EF0AB00775B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3352" y="175680"/>
            <a:ext cx="1848408" cy="4941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 descr="unilogo4c">
            <a:extLst>
              <a:ext uri="{FF2B5EF4-FFF2-40B4-BE49-F238E27FC236}">
                <a16:creationId xmlns:a16="http://schemas.microsoft.com/office/drawing/2014/main" id="{B8192F04-3EE1-6600-01D3-284ACABBBC52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240" y="0"/>
            <a:ext cx="12191760" cy="95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Rectangle 32"/>
          <p:cNvSpPr/>
          <p:nvPr/>
        </p:nvSpPr>
        <p:spPr>
          <a:xfrm>
            <a:off x="815040" y="6237360"/>
            <a:ext cx="11376720" cy="6202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E7E7E7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de-DE" sz="1400" b="1" u="none" strike="noStrike">
              <a:solidFill>
                <a:schemeClr val="dk1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88" name="Text Box 34"/>
          <p:cNvSpPr/>
          <p:nvPr/>
        </p:nvSpPr>
        <p:spPr>
          <a:xfrm>
            <a:off x="11136960" y="6409080"/>
            <a:ext cx="874800" cy="273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>
              <a:lnSpc>
                <a:spcPct val="100000"/>
              </a:lnSpc>
            </a:pPr>
            <a:fld id="{631AF0CC-FA3C-47B9-A70F-58140BA34521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 Rounded MT Bold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Picture 2"/>
          <p:cNvPicPr/>
          <p:nvPr/>
        </p:nvPicPr>
        <p:blipFill>
          <a:blip r:embed="rId4"/>
          <a:stretch/>
        </p:blipFill>
        <p:spPr>
          <a:xfrm>
            <a:off x="0" y="6234480"/>
            <a:ext cx="623160" cy="62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Box 1"/>
          <p:cNvSpPr/>
          <p:nvPr/>
        </p:nvSpPr>
        <p:spPr>
          <a:xfrm>
            <a:off x="4079880" y="6402960"/>
            <a:ext cx="403200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Space Informatics and Satellite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"/>
          <p:cNvSpPr/>
          <p:nvPr/>
        </p:nvSpPr>
        <p:spPr>
          <a:xfrm>
            <a:off x="4079880" y="6402960"/>
            <a:ext cx="403200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Space Informatics and Satellite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AF93EFEC-6BD4-C8C2-775E-214544072D2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3352" y="175680"/>
            <a:ext cx="1848408" cy="4941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 descr="unilogo4c">
            <a:extLst>
              <a:ext uri="{FF2B5EF4-FFF2-40B4-BE49-F238E27FC236}">
                <a16:creationId xmlns:a16="http://schemas.microsoft.com/office/drawing/2014/main" id="{A67195D5-FFB1-CD00-20D3-298B61941417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0" y="0"/>
            <a:ext cx="12191760" cy="95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Rectangle 32"/>
          <p:cNvSpPr/>
          <p:nvPr/>
        </p:nvSpPr>
        <p:spPr>
          <a:xfrm>
            <a:off x="815040" y="6237360"/>
            <a:ext cx="11376720" cy="6202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E7E7E7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de-DE" sz="1400" b="1" u="none" strike="noStrike">
              <a:solidFill>
                <a:schemeClr val="dk1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94" name="Text Box 34"/>
          <p:cNvSpPr/>
          <p:nvPr/>
        </p:nvSpPr>
        <p:spPr>
          <a:xfrm>
            <a:off x="11136960" y="6409080"/>
            <a:ext cx="874800" cy="273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>
              <a:lnSpc>
                <a:spcPct val="100000"/>
              </a:lnSpc>
            </a:pPr>
            <a:fld id="{57315179-A4DC-48CC-B74A-8508309CAFD3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 Rounded MT Bold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Picture 2"/>
          <p:cNvPicPr/>
          <p:nvPr/>
        </p:nvPicPr>
        <p:blipFill>
          <a:blip r:embed="rId4"/>
          <a:stretch/>
        </p:blipFill>
        <p:spPr>
          <a:xfrm>
            <a:off x="0" y="6234480"/>
            <a:ext cx="623160" cy="62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Box 1"/>
          <p:cNvSpPr/>
          <p:nvPr/>
        </p:nvSpPr>
        <p:spPr>
          <a:xfrm>
            <a:off x="4079880" y="6402960"/>
            <a:ext cx="403200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Space Informatics and Satellite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836640"/>
            <a:ext cx="4010760" cy="100764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de-DE" sz="2000" b="1" u="none" strike="noStrike">
                <a:solidFill>
                  <a:srgbClr val="063D79"/>
                </a:solidFill>
                <a:effectLst/>
                <a:uFillTx/>
                <a:latin typeface="Arial"/>
              </a:rPr>
              <a:t>Titelmasterformat durch Klicken bearbeiten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4766760" y="836640"/>
            <a:ext cx="6815160" cy="528912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t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Textmasterformat bearbeiten</a:t>
            </a:r>
            <a:endParaRPr lang="en-US" sz="32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Zweite Ebene</a:t>
            </a:r>
            <a:endParaRPr lang="en-US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Dritte Ebene</a:t>
            </a:r>
            <a:endParaRPr lang="en-US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Vierte Ebene</a:t>
            </a:r>
            <a:endParaRPr lang="en-US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Fünfte Ebene</a:t>
            </a:r>
            <a:endParaRPr lang="en-US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609480" y="1845000"/>
            <a:ext cx="4010760" cy="428112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Textmasterformat bearbeiten</a:t>
            </a:r>
            <a:endParaRPr lang="en-US" sz="1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4"/>
          <p:cNvSpPr/>
          <p:nvPr/>
        </p:nvSpPr>
        <p:spPr>
          <a:xfrm>
            <a:off x="4079880" y="6402960"/>
            <a:ext cx="403200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Space Informatics and Satellite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753E1CC7-B663-9FCF-4FBC-BBB62DABA62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3352" y="175680"/>
            <a:ext cx="1848408" cy="4941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unilogo4c">
            <a:extLst>
              <a:ext uri="{FF2B5EF4-FFF2-40B4-BE49-F238E27FC236}">
                <a16:creationId xmlns:a16="http://schemas.microsoft.com/office/drawing/2014/main" id="{10CACFE0-0092-D7A9-BF64-179FB01948E7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0" y="0"/>
            <a:ext cx="12191760" cy="95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Picture 4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B3848B2D-CFC8-3A4E-211F-C2DBED01890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3352" y="175680"/>
            <a:ext cx="1848408" cy="494130"/>
          </a:xfrm>
          <a:prstGeom prst="rect">
            <a:avLst/>
          </a:prstGeom>
        </p:spPr>
      </p:pic>
      <p:sp>
        <p:nvSpPr>
          <p:cNvPr id="101" name="Rectangle 32"/>
          <p:cNvSpPr/>
          <p:nvPr/>
        </p:nvSpPr>
        <p:spPr>
          <a:xfrm>
            <a:off x="815040" y="6237360"/>
            <a:ext cx="11376720" cy="6202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E7E7E7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de-DE" sz="1400" b="1" u="none" strike="noStrike">
              <a:solidFill>
                <a:schemeClr val="dk1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103" name="Text Box 34"/>
          <p:cNvSpPr/>
          <p:nvPr/>
        </p:nvSpPr>
        <p:spPr>
          <a:xfrm>
            <a:off x="11136960" y="6409080"/>
            <a:ext cx="874800" cy="273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>
              <a:lnSpc>
                <a:spcPct val="100000"/>
              </a:lnSpc>
            </a:pPr>
            <a:fld id="{3B6EE419-8712-4543-BB9C-9DAD2C2E81E9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 Rounded MT Bold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Picture 2"/>
          <p:cNvPicPr/>
          <p:nvPr/>
        </p:nvPicPr>
        <p:blipFill>
          <a:blip r:embed="rId5"/>
          <a:stretch/>
        </p:blipFill>
        <p:spPr>
          <a:xfrm>
            <a:off x="0" y="6234480"/>
            <a:ext cx="623160" cy="62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Box 1"/>
          <p:cNvSpPr/>
          <p:nvPr/>
        </p:nvSpPr>
        <p:spPr>
          <a:xfrm>
            <a:off x="4079880" y="6402960"/>
            <a:ext cx="403200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Space Informatics and Satellite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767160" y="0"/>
            <a:ext cx="10657080" cy="64584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de-DE" sz="2600" b="1" u="none" strike="noStrike">
                <a:solidFill>
                  <a:srgbClr val="063D79"/>
                </a:solidFill>
                <a:effectLst/>
                <a:uFillTx/>
                <a:latin typeface="Arial"/>
              </a:rPr>
              <a:t>Titelmasterformat durch Klicken bearbeiten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767160" y="908640"/>
            <a:ext cx="10657080" cy="518436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t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Textmasterformat bearbeiten</a:t>
            </a:r>
            <a:endParaRPr lang="en-US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Zweite Ebene</a:t>
            </a:r>
            <a:endParaRPr lang="en-US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Dritte Ebene</a:t>
            </a:r>
          </a:p>
          <a:p>
            <a:pPr marL="1728000" lvl="3" indent="-216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Vierte Ebene</a:t>
            </a:r>
          </a:p>
          <a:p>
            <a:pPr marL="2160000" lvl="4" indent="-216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Fünfte Ebene</a:t>
            </a:r>
          </a:p>
        </p:txBody>
      </p:sp>
      <p:sp>
        <p:nvSpPr>
          <p:cNvPr id="108" name="TextBox 2"/>
          <p:cNvSpPr/>
          <p:nvPr/>
        </p:nvSpPr>
        <p:spPr>
          <a:xfrm>
            <a:off x="4079880" y="6402960"/>
            <a:ext cx="403200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Space Informatics and Satellite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unilogo4c">
            <a:extLst>
              <a:ext uri="{FF2B5EF4-FFF2-40B4-BE49-F238E27FC236}">
                <a16:creationId xmlns:a16="http://schemas.microsoft.com/office/drawing/2014/main" id="{DD0EE7F9-7855-53DC-550B-0410B48B2ECE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0" y="0"/>
            <a:ext cx="12191760" cy="95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Picture 4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6F9E4BD0-9B6F-AD40-609C-BA9A43F1A95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3352" y="175680"/>
            <a:ext cx="1848408" cy="494130"/>
          </a:xfrm>
          <a:prstGeom prst="rect">
            <a:avLst/>
          </a:prstGeom>
        </p:spPr>
      </p:pic>
      <p:sp>
        <p:nvSpPr>
          <p:cNvPr id="109" name="Rectangle 32"/>
          <p:cNvSpPr/>
          <p:nvPr/>
        </p:nvSpPr>
        <p:spPr>
          <a:xfrm>
            <a:off x="815040" y="6237360"/>
            <a:ext cx="11376720" cy="6202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E7E7E7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de-DE" sz="1400" b="1" u="none" strike="noStrike">
              <a:solidFill>
                <a:schemeClr val="dk1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111" name="Text Box 34"/>
          <p:cNvSpPr/>
          <p:nvPr/>
        </p:nvSpPr>
        <p:spPr>
          <a:xfrm>
            <a:off x="11136960" y="6409080"/>
            <a:ext cx="874800" cy="273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>
              <a:lnSpc>
                <a:spcPct val="100000"/>
              </a:lnSpc>
            </a:pPr>
            <a:fld id="{DDB4FFAB-4805-403F-BD6A-2AC645FE0CF5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 Rounded MT Bold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Picture 2"/>
          <p:cNvPicPr/>
          <p:nvPr/>
        </p:nvPicPr>
        <p:blipFill>
          <a:blip r:embed="rId5"/>
          <a:stretch/>
        </p:blipFill>
        <p:spPr>
          <a:xfrm>
            <a:off x="0" y="6234480"/>
            <a:ext cx="623160" cy="62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Box 1"/>
          <p:cNvSpPr/>
          <p:nvPr/>
        </p:nvSpPr>
        <p:spPr>
          <a:xfrm>
            <a:off x="4079880" y="6402960"/>
            <a:ext cx="403200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Space Informatics and Satellite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767160" y="0"/>
            <a:ext cx="10657080" cy="64584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de-DE" sz="2600" b="1" u="none" strike="noStrike">
                <a:solidFill>
                  <a:srgbClr val="063D79"/>
                </a:solidFill>
                <a:effectLst/>
                <a:uFillTx/>
                <a:latin typeface="Arial"/>
              </a:rPr>
              <a:t>Titelmasterformat durch Klicken bearbeiten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767160" y="908640"/>
            <a:ext cx="10657080" cy="518436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t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Textmasterformat bearbeiten</a:t>
            </a:r>
            <a:endParaRPr lang="en-US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Zweite Ebene</a:t>
            </a:r>
            <a:endParaRPr lang="en-US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Dritte Ebene</a:t>
            </a:r>
          </a:p>
          <a:p>
            <a:pPr marL="1728000" lvl="3" indent="-216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Vierte Ebene</a:t>
            </a:r>
          </a:p>
          <a:p>
            <a:pPr marL="2160000" lvl="4" indent="-216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Fünfte Ebene</a:t>
            </a:r>
          </a:p>
        </p:txBody>
      </p:sp>
      <p:sp>
        <p:nvSpPr>
          <p:cNvPr id="116" name="TextBox 2"/>
          <p:cNvSpPr/>
          <p:nvPr/>
        </p:nvSpPr>
        <p:spPr>
          <a:xfrm>
            <a:off x="4079880" y="6402960"/>
            <a:ext cx="403200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Space Informatics and Satellite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32" hidden="1"/>
          <p:cNvSpPr/>
          <p:nvPr/>
        </p:nvSpPr>
        <p:spPr>
          <a:xfrm>
            <a:off x="815040" y="6237360"/>
            <a:ext cx="11376720" cy="6202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E7E7E7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de-DE" sz="1400" b="1" u="none" strike="noStrike">
              <a:solidFill>
                <a:schemeClr val="dk1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118" name="Line 30"/>
          <p:cNvSpPr/>
          <p:nvPr/>
        </p:nvSpPr>
        <p:spPr>
          <a:xfrm>
            <a:off x="175680" y="691920"/>
            <a:ext cx="11808720" cy="360"/>
          </a:xfrm>
          <a:prstGeom prst="line">
            <a:avLst/>
          </a:prstGeom>
          <a:ln w="28440">
            <a:solidFill>
              <a:schemeClr val="lt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de-DE" sz="1400" b="1" u="none" strike="noStrike">
              <a:solidFill>
                <a:schemeClr val="dk1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119" name="Text Box 34" hidden="1"/>
          <p:cNvSpPr/>
          <p:nvPr/>
        </p:nvSpPr>
        <p:spPr>
          <a:xfrm>
            <a:off x="11136960" y="6409080"/>
            <a:ext cx="874800" cy="273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>
              <a:lnSpc>
                <a:spcPct val="100000"/>
              </a:lnSpc>
            </a:pPr>
            <a:fld id="{45CEF958-88E4-4B54-A829-6DFA99D74D31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 Rounded MT Bold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Picture 2"/>
          <p:cNvPicPr/>
          <p:nvPr/>
        </p:nvPicPr>
        <p:blipFill>
          <a:blip r:embed="rId3"/>
          <a:stretch/>
        </p:blipFill>
        <p:spPr>
          <a:xfrm>
            <a:off x="0" y="6234480"/>
            <a:ext cx="623160" cy="62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TextBox 1" hidden="1"/>
          <p:cNvSpPr/>
          <p:nvPr/>
        </p:nvSpPr>
        <p:spPr>
          <a:xfrm>
            <a:off x="4079880" y="6402960"/>
            <a:ext cx="403200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Space Informatics and Satellite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Picture 9" descr="unilogo4c"/>
          <p:cNvPicPr/>
          <p:nvPr/>
        </p:nvPicPr>
        <p:blipFill>
          <a:blip r:embed="rId4"/>
          <a:stretch/>
        </p:blipFill>
        <p:spPr>
          <a:xfrm>
            <a:off x="0" y="279000"/>
            <a:ext cx="12191760" cy="95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767160" y="3106080"/>
            <a:ext cx="10657080" cy="64584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de-DE" sz="2600" b="1" u="none" strike="noStrike">
                <a:solidFill>
                  <a:srgbClr val="063D79"/>
                </a:solidFill>
                <a:effectLst/>
                <a:uFillTx/>
                <a:latin typeface="Arial"/>
              </a:rPr>
              <a:t>Mastertitelformat bearbeiten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4079880" y="6402960"/>
            <a:ext cx="403200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Space Informatics and Satellite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2" name="Picture 1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0ECA51BB-8DA4-91B6-E761-62D08ECAF6A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912" y="507495"/>
            <a:ext cx="1848408" cy="4941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unilogo4c">
            <a:extLst>
              <a:ext uri="{FF2B5EF4-FFF2-40B4-BE49-F238E27FC236}">
                <a16:creationId xmlns:a16="http://schemas.microsoft.com/office/drawing/2014/main" id="{1BBF3C09-D40F-BD6E-F8AB-29A116502B88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0" y="0"/>
            <a:ext cx="12191760" cy="95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Picture 4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CB723C6E-0D37-2910-A4FA-0166FD82B0B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3352" y="175680"/>
            <a:ext cx="1848408" cy="494130"/>
          </a:xfrm>
          <a:prstGeom prst="rect">
            <a:avLst/>
          </a:prstGeom>
        </p:spPr>
      </p:pic>
      <p:sp>
        <p:nvSpPr>
          <p:cNvPr id="126" name="Rectangle 32"/>
          <p:cNvSpPr/>
          <p:nvPr/>
        </p:nvSpPr>
        <p:spPr>
          <a:xfrm>
            <a:off x="815040" y="6237360"/>
            <a:ext cx="11376720" cy="6202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E7E7E7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de-DE" sz="1400" b="1" u="none" strike="noStrike">
              <a:solidFill>
                <a:schemeClr val="dk1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128" name="Text Box 34"/>
          <p:cNvSpPr/>
          <p:nvPr/>
        </p:nvSpPr>
        <p:spPr>
          <a:xfrm>
            <a:off x="11136960" y="6409080"/>
            <a:ext cx="874800" cy="273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>
              <a:lnSpc>
                <a:spcPct val="100000"/>
              </a:lnSpc>
            </a:pPr>
            <a:fld id="{FC24B42E-BD8B-4452-AEF3-D0C11440D95B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 Rounded MT Bold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" name="Picture 2"/>
          <p:cNvPicPr/>
          <p:nvPr/>
        </p:nvPicPr>
        <p:blipFill>
          <a:blip r:embed="rId5"/>
          <a:stretch/>
        </p:blipFill>
        <p:spPr>
          <a:xfrm>
            <a:off x="0" y="6234480"/>
            <a:ext cx="623160" cy="62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Box 1"/>
          <p:cNvSpPr/>
          <p:nvPr/>
        </p:nvSpPr>
        <p:spPr>
          <a:xfrm>
            <a:off x="4079880" y="6402960"/>
            <a:ext cx="403200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Space Informatics and Satellite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767160" y="0"/>
            <a:ext cx="10657080" cy="64584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de-DE" sz="2600" b="1" u="none" strike="noStrike">
                <a:solidFill>
                  <a:srgbClr val="063D79"/>
                </a:solidFill>
                <a:effectLst/>
                <a:uFillTx/>
                <a:latin typeface="Arial"/>
              </a:rPr>
              <a:t>Titelmasterformat durch Klicken bearbeiten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767160" y="908640"/>
            <a:ext cx="10657080" cy="518436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t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Textmasterformat bearbeiten</a:t>
            </a:r>
            <a:endParaRPr lang="en-US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Zweite Ebene</a:t>
            </a:r>
            <a:endParaRPr lang="en-US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Dritte Ebene</a:t>
            </a:r>
          </a:p>
          <a:p>
            <a:pPr marL="1728000" lvl="3" indent="-216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Vierte Ebene</a:t>
            </a:r>
          </a:p>
          <a:p>
            <a:pPr marL="2160000" lvl="4" indent="-216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Fünfte Ebene</a:t>
            </a:r>
          </a:p>
        </p:txBody>
      </p:sp>
      <p:sp>
        <p:nvSpPr>
          <p:cNvPr id="133" name="TextBox 2"/>
          <p:cNvSpPr/>
          <p:nvPr/>
        </p:nvSpPr>
        <p:spPr>
          <a:xfrm>
            <a:off x="4079880" y="6402960"/>
            <a:ext cx="403200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Space Informatics and Satellite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ubTitle"/>
          </p:nvPr>
        </p:nvSpPr>
        <p:spPr>
          <a:xfrm>
            <a:off x="1805400" y="4693320"/>
            <a:ext cx="8534160" cy="1471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2000" dirty="0">
                <a:solidFill>
                  <a:srgbClr val="063D79"/>
                </a:solidFill>
                <a:latin typeface="Arial"/>
              </a:rPr>
              <a:t>J. </a:t>
            </a:r>
            <a:r>
              <a:rPr lang="en-US" sz="2000" dirty="0" err="1">
                <a:solidFill>
                  <a:srgbClr val="063D79"/>
                </a:solidFill>
                <a:latin typeface="Arial"/>
              </a:rPr>
              <a:t>Sampleperson</a:t>
            </a:r>
            <a:r>
              <a:rPr lang="en-US" sz="2000" dirty="0">
                <a:solidFill>
                  <a:srgbClr val="063D79"/>
                </a:solidFill>
                <a:latin typeface="Arial"/>
              </a:rPr>
              <a:t> </a:t>
            </a:r>
          </a:p>
          <a:p>
            <a:pPr algn="ctr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2000" dirty="0">
                <a:solidFill>
                  <a:srgbClr val="063D79"/>
                </a:solidFill>
                <a:latin typeface="Arial"/>
              </a:rPr>
              <a:t>12</a:t>
            </a:r>
            <a:r>
              <a:rPr lang="en-US" sz="2000" baseline="30000" dirty="0">
                <a:solidFill>
                  <a:srgbClr val="063D79"/>
                </a:solidFill>
                <a:latin typeface="Arial"/>
              </a:rPr>
              <a:t>th</a:t>
            </a:r>
            <a:r>
              <a:rPr lang="en-US" sz="2000" dirty="0">
                <a:solidFill>
                  <a:srgbClr val="063D79"/>
                </a:solidFill>
                <a:latin typeface="Arial"/>
              </a:rPr>
              <a:t> November </a:t>
            </a:r>
            <a:r>
              <a:rPr lang="en-US" sz="2000" b="0" u="none" strike="noStrike" dirty="0">
                <a:solidFill>
                  <a:srgbClr val="063D79"/>
                </a:solidFill>
                <a:effectLst/>
                <a:uFillTx/>
                <a:latin typeface="Arial"/>
              </a:rPr>
              <a:t>2025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3A3E5F9-DC0A-F624-368E-DE8EDC528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437" y="3123389"/>
            <a:ext cx="10657080" cy="609398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b="1" dirty="0">
                <a:solidFill>
                  <a:srgbClr val="063D79"/>
                </a:solidFill>
              </a:rPr>
              <a:t>TITLE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767160" y="0"/>
            <a:ext cx="10657080" cy="64584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2600" b="1" u="none" strike="noStrike" dirty="0">
                <a:solidFill>
                  <a:srgbClr val="063D79"/>
                </a:solidFill>
                <a:effectLst/>
                <a:uFillTx/>
                <a:latin typeface="Arial Black"/>
              </a:rPr>
              <a:t>Contents</a:t>
            </a:r>
            <a:endParaRPr lang="en-US" sz="2600" b="0" u="none" strike="noStrike" dirty="0">
              <a:solidFill>
                <a:srgbClr val="063D79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761760" y="1161360"/>
            <a:ext cx="8777248" cy="453492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t"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1199"/>
              </a:spcBef>
              <a:spcAft>
                <a:spcPts val="601"/>
              </a:spcAft>
              <a:buClr>
                <a:srgbClr val="063D79"/>
              </a:buClr>
              <a:buFont typeface="OpenSymbol"/>
              <a:buAutoNum type="arabicParenR"/>
            </a:pPr>
            <a:r>
              <a:rPr lang="en-US" sz="2400" b="1" dirty="0">
                <a:solidFill>
                  <a:srgbClr val="063D79"/>
                </a:solidFill>
                <a:latin typeface="Arial"/>
              </a:rPr>
              <a:t>Topic 1</a:t>
            </a:r>
          </a:p>
          <a:p>
            <a:pPr marL="342900" indent="-342900">
              <a:lnSpc>
                <a:spcPct val="150000"/>
              </a:lnSpc>
              <a:spcBef>
                <a:spcPts val="1199"/>
              </a:spcBef>
              <a:spcAft>
                <a:spcPts val="601"/>
              </a:spcAft>
              <a:buClr>
                <a:srgbClr val="063D79"/>
              </a:buClr>
              <a:buFont typeface="OpenSymbol"/>
              <a:buAutoNum type="arabicParenR"/>
            </a:pPr>
            <a:r>
              <a:rPr lang="en-US" sz="2400" b="1" u="none" strike="noStrike" dirty="0">
                <a:solidFill>
                  <a:srgbClr val="063D79"/>
                </a:solidFill>
                <a:effectLst/>
                <a:uFillTx/>
                <a:latin typeface="Arial"/>
              </a:rPr>
              <a:t>Topic 2</a:t>
            </a:r>
            <a:endParaRPr lang="en-US" sz="2400" b="0" u="none" strike="noStrike" dirty="0">
              <a:solidFill>
                <a:srgbClr val="063D79"/>
              </a:solidFill>
              <a:effectLst/>
              <a:uFillTx/>
              <a:latin typeface="Arial"/>
            </a:endParaRPr>
          </a:p>
          <a:p>
            <a:pPr marL="342900" indent="-342900">
              <a:lnSpc>
                <a:spcPct val="150000"/>
              </a:lnSpc>
              <a:spcBef>
                <a:spcPts val="1199"/>
              </a:spcBef>
              <a:spcAft>
                <a:spcPts val="601"/>
              </a:spcAft>
              <a:buClr>
                <a:srgbClr val="063D79"/>
              </a:buClr>
              <a:buAutoNum type="arabicParenR"/>
            </a:pPr>
            <a:r>
              <a:rPr lang="en-US" sz="2400" b="1" dirty="0">
                <a:solidFill>
                  <a:srgbClr val="063D79"/>
                </a:solidFill>
                <a:latin typeface="Arial"/>
              </a:rPr>
              <a:t>Surprisingly topic 3</a:t>
            </a:r>
            <a:endParaRPr lang="en-US" dirty="0">
              <a:solidFill>
                <a:srgbClr val="063D7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46535-B298-1486-F34F-9DA0580A6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>
            <a:extLst>
              <a:ext uri="{FF2B5EF4-FFF2-40B4-BE49-F238E27FC236}">
                <a16:creationId xmlns:a16="http://schemas.microsoft.com/office/drawing/2014/main" id="{E307DFF8-6E7D-6129-1854-DE9BFB05E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160" y="0"/>
            <a:ext cx="10657080" cy="64584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600" b="1" dirty="0">
                <a:solidFill>
                  <a:srgbClr val="063D79"/>
                </a:solidFill>
                <a:latin typeface="Arial Black"/>
              </a:rPr>
              <a:t>Topic 1</a:t>
            </a:r>
            <a:endParaRPr lang="en-US" dirty="0">
              <a:solidFill>
                <a:srgbClr val="063D79"/>
              </a:solidFill>
            </a:endParaRPr>
          </a:p>
        </p:txBody>
      </p:sp>
      <p:sp>
        <p:nvSpPr>
          <p:cNvPr id="141" name="PlaceHolder 2">
            <a:extLst>
              <a:ext uri="{FF2B5EF4-FFF2-40B4-BE49-F238E27FC236}">
                <a16:creationId xmlns:a16="http://schemas.microsoft.com/office/drawing/2014/main" id="{1EB8F1BC-3238-BB1F-CFE3-B3E8231974C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761760" y="1161360"/>
            <a:ext cx="5088555" cy="453492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  <a:buClr>
                <a:srgbClr val="063D79"/>
              </a:buClr>
              <a:buFont typeface="Wingdings" charset="2"/>
              <a:buChar char=""/>
            </a:pPr>
            <a:r>
              <a:rPr lang="en-US" sz="2400" dirty="0">
                <a:solidFill>
                  <a:srgbClr val="063D79"/>
                </a:solidFill>
                <a:cs typeface="Arial"/>
              </a:rPr>
              <a:t>Sample text</a:t>
            </a:r>
            <a:endParaRPr lang="en-US" sz="2400" b="1" dirty="0">
              <a:solidFill>
                <a:srgbClr val="063D79"/>
              </a:solidFill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  <a:buClr>
                <a:srgbClr val="063D79"/>
              </a:buClr>
              <a:buFont typeface="Wingdings" charset="2"/>
              <a:buChar char=""/>
            </a:pPr>
            <a:r>
              <a:rPr lang="en-US" sz="2400" dirty="0">
                <a:solidFill>
                  <a:srgbClr val="063D79"/>
                </a:solidFill>
                <a:latin typeface="Arial"/>
                <a:cs typeface="Arial"/>
              </a:rPr>
              <a:t>More sample </a:t>
            </a:r>
            <a:r>
              <a:rPr lang="en-US" sz="2400" b="1" dirty="0">
                <a:solidFill>
                  <a:srgbClr val="063D79"/>
                </a:solidFill>
                <a:latin typeface="Arial"/>
                <a:cs typeface="Arial"/>
              </a:rPr>
              <a:t>Text even highlighted</a:t>
            </a:r>
          </a:p>
          <a:p>
            <a:pPr marL="342900" indent="-342900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  <a:buClr>
                <a:srgbClr val="063D79"/>
              </a:buClr>
              <a:buFont typeface="Wingdings" charset="2"/>
              <a:buChar char=""/>
            </a:pPr>
            <a:r>
              <a:rPr lang="en-US" sz="2400" dirty="0">
                <a:solidFill>
                  <a:srgbClr val="063D79"/>
                </a:solidFill>
                <a:latin typeface="Arial"/>
                <a:cs typeface="Arial"/>
              </a:rPr>
              <a:t>Images are also cool</a:t>
            </a:r>
          </a:p>
          <a:p>
            <a:pPr marL="342900" indent="-342900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  <a:buClr>
                <a:srgbClr val="063D79"/>
              </a:buClr>
              <a:buFont typeface="Wingdings" charset="2"/>
              <a:buChar char=""/>
            </a:pPr>
            <a:r>
              <a:rPr lang="en-US" sz="2400" b="1" dirty="0">
                <a:solidFill>
                  <a:srgbClr val="063D79"/>
                </a:solidFill>
                <a:latin typeface="Arial"/>
                <a:cs typeface="Arial"/>
              </a:rPr>
              <a:t>Here look</a:t>
            </a:r>
          </a:p>
          <a:p>
            <a:pPr marL="800100" lvl="1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  <a:buClr>
                <a:srgbClr val="063D79"/>
              </a:buClr>
              <a:buFont typeface="Courier New" charset="2"/>
              <a:buChar char="o"/>
            </a:pPr>
            <a:endParaRPr lang="en-US" sz="2000" b="1" dirty="0">
              <a:solidFill>
                <a:srgbClr val="063D79"/>
              </a:solidFill>
              <a:latin typeface="Arial"/>
              <a:cs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  <a:buClr>
                <a:srgbClr val="063D79"/>
              </a:buClr>
              <a:buFont typeface="Courier New" charset="2"/>
              <a:buChar char="o"/>
            </a:pPr>
            <a:endParaRPr lang="en-US" sz="2000" b="1" dirty="0">
              <a:solidFill>
                <a:srgbClr val="063D79"/>
              </a:solidFill>
              <a:latin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586736-DC67-7901-60B4-2A954615B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212" y="1463515"/>
            <a:ext cx="5410202" cy="41405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ACEF69-9213-0FE0-8B76-99398EED38E7}"/>
              </a:ext>
            </a:extLst>
          </p:cNvPr>
          <p:cNvSpPr txBox="1"/>
          <p:nvPr/>
        </p:nvSpPr>
        <p:spPr>
          <a:xfrm>
            <a:off x="7922837" y="5690090"/>
            <a:ext cx="39562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400" dirty="0"/>
              <a:t>▲</a:t>
            </a:r>
            <a:r>
              <a:rPr lang="de-DE" sz="1400" dirty="0"/>
              <a:t> SEM images of unconditioned MDA pillars [1]</a:t>
            </a:r>
            <a:endParaRPr lang="en-DE" sz="1400" dirty="0"/>
          </a:p>
        </p:txBody>
      </p:sp>
    </p:spTree>
    <p:extLst>
      <p:ext uri="{BB962C8B-B14F-4D97-AF65-F5344CB8AC3E}">
        <p14:creationId xmlns:p14="http://schemas.microsoft.com/office/powerpoint/2010/main" val="1319006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2"/>
          <p:cNvSpPr>
            <a:spLocks noGrp="1"/>
          </p:cNvSpPr>
          <p:nvPr>
            <p:ph type="title"/>
          </p:nvPr>
        </p:nvSpPr>
        <p:spPr>
          <a:xfrm>
            <a:off x="767880" y="2404080"/>
            <a:ext cx="10657080" cy="205092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3600" b="1" u="none" strike="noStrike" cap="all" dirty="0">
                <a:solidFill>
                  <a:srgbClr val="063D79"/>
                </a:solidFill>
                <a:effectLst/>
                <a:uFillTx/>
                <a:latin typeface="Arial Black"/>
              </a:rPr>
              <a:t>Thank You!</a:t>
            </a:r>
            <a:endParaRPr lang="en-US" sz="3600" b="0" u="none" strike="noStrike" dirty="0">
              <a:solidFill>
                <a:srgbClr val="063D79"/>
              </a:solidFill>
              <a:effectLst/>
              <a:uFillTx/>
              <a:latin typeface="Arial Rounded MT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767160" y="0"/>
            <a:ext cx="10657080" cy="64584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2600" b="1" u="none" strike="noStrike" dirty="0">
                <a:solidFill>
                  <a:srgbClr val="063D79"/>
                </a:solidFill>
                <a:effectLst/>
                <a:uFillTx/>
                <a:latin typeface="Arial Black"/>
              </a:rPr>
              <a:t>Bibliography</a:t>
            </a:r>
            <a:endParaRPr lang="en-US" sz="2600" b="0" u="none" strike="noStrike" dirty="0">
              <a:solidFill>
                <a:srgbClr val="063D79"/>
              </a:solidFill>
              <a:effectLst/>
              <a:uFillTx/>
              <a:latin typeface="Arial Rounded MT Bold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762120" y="1161720"/>
            <a:ext cx="11140860" cy="4534920"/>
          </a:xfrm>
          <a:prstGeom prst="rect">
            <a:avLst/>
          </a:prstGeom>
          <a:noFill/>
          <a:ln w="9360">
            <a:noFill/>
          </a:ln>
        </p:spPr>
        <p:txBody>
          <a:bodyPr lIns="92160" tIns="46080" rIns="92160" bIns="46080" numCol="1" spcCol="0" anchor="t">
            <a:noAutofit/>
          </a:bodyPr>
          <a:lstStyle/>
          <a:p>
            <a:pPr marL="0" indent="0">
              <a:buClr>
                <a:srgbClr val="063D79"/>
              </a:buClr>
              <a:buNone/>
            </a:pPr>
            <a:r>
              <a:rPr lang="en-US" sz="2000" dirty="0">
                <a:solidFill>
                  <a:schemeClr val="dk2"/>
                </a:solidFill>
                <a:ea typeface="+mn-lt"/>
                <a:cs typeface="+mn-lt"/>
              </a:rPr>
              <a:t>[1] Ziemer et al., 2025, "Impact of single and combined space environment factors on the performance of elastomer micropatterned dry adhesives"</a:t>
            </a:r>
          </a:p>
          <a:p>
            <a:pPr marL="0" indent="0">
              <a:buNone/>
            </a:pPr>
            <a:endParaRPr lang="en-US" sz="2000" dirty="0">
              <a:solidFill>
                <a:schemeClr val="dk2"/>
              </a:solidFill>
              <a:cs typeface="Arial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dk2"/>
                </a:solidFill>
                <a:cs typeface="Arial"/>
              </a:rPr>
              <a:t>[2] </a:t>
            </a:r>
            <a:r>
              <a:rPr lang="en-US" sz="2000" dirty="0">
                <a:solidFill>
                  <a:schemeClr val="dk2"/>
                </a:solidFill>
                <a:ea typeface="+mn-lt"/>
                <a:cs typeface="+mn-lt"/>
              </a:rPr>
              <a:t>…</a:t>
            </a:r>
            <a:endParaRPr lang="en-US" sz="2000" dirty="0">
              <a:solidFill>
                <a:schemeClr val="dk2"/>
              </a:solidFill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_powerpoint_17">
  <a:themeElements>
    <a:clrScheme name="LS3 Schem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63D79"/>
      </a:accent1>
      <a:accent2>
        <a:srgbClr val="B92700"/>
      </a:accent2>
      <a:accent3>
        <a:srgbClr val="008439"/>
      </a:accent3>
      <a:accent4>
        <a:srgbClr val="B97000"/>
      </a:accent4>
      <a:accent5>
        <a:srgbClr val="D8DADC"/>
      </a:accent5>
      <a:accent6>
        <a:srgbClr val="3F3F3F"/>
      </a:accent6>
      <a:hlink>
        <a:srgbClr val="063D79"/>
      </a:hlink>
      <a:folHlink>
        <a:srgbClr val="D8DAD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E_powerpoint_17">
  <a:themeElements>
    <a:clrScheme name="LS3 Schem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63D79"/>
      </a:accent1>
      <a:accent2>
        <a:srgbClr val="B92700"/>
      </a:accent2>
      <a:accent3>
        <a:srgbClr val="008439"/>
      </a:accent3>
      <a:accent4>
        <a:srgbClr val="B97000"/>
      </a:accent4>
      <a:accent5>
        <a:srgbClr val="D8DADC"/>
      </a:accent5>
      <a:accent6>
        <a:srgbClr val="3F3F3F"/>
      </a:accent6>
      <a:hlink>
        <a:srgbClr val="063D79"/>
      </a:hlink>
      <a:folHlink>
        <a:srgbClr val="D8DAD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E_powerpoint_17">
  <a:themeElements>
    <a:clrScheme name="LS3 Schem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63D79"/>
      </a:accent1>
      <a:accent2>
        <a:srgbClr val="B92700"/>
      </a:accent2>
      <a:accent3>
        <a:srgbClr val="008439"/>
      </a:accent3>
      <a:accent4>
        <a:srgbClr val="B97000"/>
      </a:accent4>
      <a:accent5>
        <a:srgbClr val="D8DADC"/>
      </a:accent5>
      <a:accent6>
        <a:srgbClr val="3F3F3F"/>
      </a:accent6>
      <a:hlink>
        <a:srgbClr val="063D79"/>
      </a:hlink>
      <a:folHlink>
        <a:srgbClr val="D8DAD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E_powerpoint_17">
  <a:themeElements>
    <a:clrScheme name="LS3 Schem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63D79"/>
      </a:accent1>
      <a:accent2>
        <a:srgbClr val="B92700"/>
      </a:accent2>
      <a:accent3>
        <a:srgbClr val="008439"/>
      </a:accent3>
      <a:accent4>
        <a:srgbClr val="B97000"/>
      </a:accent4>
      <a:accent5>
        <a:srgbClr val="D8DADC"/>
      </a:accent5>
      <a:accent6>
        <a:srgbClr val="3F3F3F"/>
      </a:accent6>
      <a:hlink>
        <a:srgbClr val="063D79"/>
      </a:hlink>
      <a:folHlink>
        <a:srgbClr val="D8DAD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SE_powerpoint_17">
  <a:themeElements>
    <a:clrScheme name="LS3 Schem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63D79"/>
      </a:accent1>
      <a:accent2>
        <a:srgbClr val="B92700"/>
      </a:accent2>
      <a:accent3>
        <a:srgbClr val="008439"/>
      </a:accent3>
      <a:accent4>
        <a:srgbClr val="B97000"/>
      </a:accent4>
      <a:accent5>
        <a:srgbClr val="D8DADC"/>
      </a:accent5>
      <a:accent6>
        <a:srgbClr val="3F3F3F"/>
      </a:accent6>
      <a:hlink>
        <a:srgbClr val="063D79"/>
      </a:hlink>
      <a:folHlink>
        <a:srgbClr val="D8DAD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SE_powerpoint_17">
  <a:themeElements>
    <a:clrScheme name="LS3 Schem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63D79"/>
      </a:accent1>
      <a:accent2>
        <a:srgbClr val="B92700"/>
      </a:accent2>
      <a:accent3>
        <a:srgbClr val="008439"/>
      </a:accent3>
      <a:accent4>
        <a:srgbClr val="B97000"/>
      </a:accent4>
      <a:accent5>
        <a:srgbClr val="D8DADC"/>
      </a:accent5>
      <a:accent6>
        <a:srgbClr val="3F3F3F"/>
      </a:accent6>
      <a:hlink>
        <a:srgbClr val="063D79"/>
      </a:hlink>
      <a:folHlink>
        <a:srgbClr val="D8DAD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SE_powerpoint_17">
  <a:themeElements>
    <a:clrScheme name="LS3 Schem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63D79"/>
      </a:accent1>
      <a:accent2>
        <a:srgbClr val="B92700"/>
      </a:accent2>
      <a:accent3>
        <a:srgbClr val="008439"/>
      </a:accent3>
      <a:accent4>
        <a:srgbClr val="B97000"/>
      </a:accent4>
      <a:accent5>
        <a:srgbClr val="D8DADC"/>
      </a:accent5>
      <a:accent6>
        <a:srgbClr val="3F3F3F"/>
      </a:accent6>
      <a:hlink>
        <a:srgbClr val="063D79"/>
      </a:hlink>
      <a:folHlink>
        <a:srgbClr val="D8DAD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SE_powerpoint_17">
  <a:themeElements>
    <a:clrScheme name="LS3 Schem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63D79"/>
      </a:accent1>
      <a:accent2>
        <a:srgbClr val="B92700"/>
      </a:accent2>
      <a:accent3>
        <a:srgbClr val="008439"/>
      </a:accent3>
      <a:accent4>
        <a:srgbClr val="B97000"/>
      </a:accent4>
      <a:accent5>
        <a:srgbClr val="D8DADC"/>
      </a:accent5>
      <a:accent6>
        <a:srgbClr val="3F3F3F"/>
      </a:accent6>
      <a:hlink>
        <a:srgbClr val="063D79"/>
      </a:hlink>
      <a:folHlink>
        <a:srgbClr val="D8DAD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SE_powerpoint_17">
  <a:themeElements>
    <a:clrScheme name="LS3 Schem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63D79"/>
      </a:accent1>
      <a:accent2>
        <a:srgbClr val="B92700"/>
      </a:accent2>
      <a:accent3>
        <a:srgbClr val="008439"/>
      </a:accent3>
      <a:accent4>
        <a:srgbClr val="B97000"/>
      </a:accent4>
      <a:accent5>
        <a:srgbClr val="D8DADC"/>
      </a:accent5>
      <a:accent6>
        <a:srgbClr val="3F3F3F"/>
      </a:accent6>
      <a:hlink>
        <a:srgbClr val="063D79"/>
      </a:hlink>
      <a:folHlink>
        <a:srgbClr val="D8DAD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SE_powerpoint_17">
  <a:themeElements>
    <a:clrScheme name="LS3 Schem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63D79"/>
      </a:accent1>
      <a:accent2>
        <a:srgbClr val="B92700"/>
      </a:accent2>
      <a:accent3>
        <a:srgbClr val="008439"/>
      </a:accent3>
      <a:accent4>
        <a:srgbClr val="B97000"/>
      </a:accent4>
      <a:accent5>
        <a:srgbClr val="D8DADC"/>
      </a:accent5>
      <a:accent6>
        <a:srgbClr val="3F3F3F"/>
      </a:accent6>
      <a:hlink>
        <a:srgbClr val="063D79"/>
      </a:hlink>
      <a:folHlink>
        <a:srgbClr val="D8DAD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SE_powerpoint_17">
  <a:themeElements>
    <a:clrScheme name="LS3 Schem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63D79"/>
      </a:accent1>
      <a:accent2>
        <a:srgbClr val="B92700"/>
      </a:accent2>
      <a:accent3>
        <a:srgbClr val="008439"/>
      </a:accent3>
      <a:accent4>
        <a:srgbClr val="B97000"/>
      </a:accent4>
      <a:accent5>
        <a:srgbClr val="D8DADC"/>
      </a:accent5>
      <a:accent6>
        <a:srgbClr val="3F3F3F"/>
      </a:accent6>
      <a:hlink>
        <a:srgbClr val="063D79"/>
      </a:hlink>
      <a:folHlink>
        <a:srgbClr val="D8DAD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SE_powerpoint_17">
  <a:themeElements>
    <a:clrScheme name="LS3 Schem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63D79"/>
      </a:accent1>
      <a:accent2>
        <a:srgbClr val="B92700"/>
      </a:accent2>
      <a:accent3>
        <a:srgbClr val="008439"/>
      </a:accent3>
      <a:accent4>
        <a:srgbClr val="B97000"/>
      </a:accent4>
      <a:accent5>
        <a:srgbClr val="D8DADC"/>
      </a:accent5>
      <a:accent6>
        <a:srgbClr val="3F3F3F"/>
      </a:accent6>
      <a:hlink>
        <a:srgbClr val="063D79"/>
      </a:hlink>
      <a:folHlink>
        <a:srgbClr val="D8DAD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SE_powerpoint_17">
  <a:themeElements>
    <a:clrScheme name="LS3 Schem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63D79"/>
      </a:accent1>
      <a:accent2>
        <a:srgbClr val="B92700"/>
      </a:accent2>
      <a:accent3>
        <a:srgbClr val="008439"/>
      </a:accent3>
      <a:accent4>
        <a:srgbClr val="B97000"/>
      </a:accent4>
      <a:accent5>
        <a:srgbClr val="D8DADC"/>
      </a:accent5>
      <a:accent6>
        <a:srgbClr val="3F3F3F"/>
      </a:accent6>
      <a:hlink>
        <a:srgbClr val="063D79"/>
      </a:hlink>
      <a:folHlink>
        <a:srgbClr val="D8DAD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SE_powerpoint_17">
  <a:themeElements>
    <a:clrScheme name="LS3 Schem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63D79"/>
      </a:accent1>
      <a:accent2>
        <a:srgbClr val="B92700"/>
      </a:accent2>
      <a:accent3>
        <a:srgbClr val="008439"/>
      </a:accent3>
      <a:accent4>
        <a:srgbClr val="B97000"/>
      </a:accent4>
      <a:accent5>
        <a:srgbClr val="D8DADC"/>
      </a:accent5>
      <a:accent6>
        <a:srgbClr val="3F3F3F"/>
      </a:accent6>
      <a:hlink>
        <a:srgbClr val="063D79"/>
      </a:hlink>
      <a:folHlink>
        <a:srgbClr val="D8DAD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SE_powerpoint_17">
  <a:themeElements>
    <a:clrScheme name="LS3 Schem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63D79"/>
      </a:accent1>
      <a:accent2>
        <a:srgbClr val="B92700"/>
      </a:accent2>
      <a:accent3>
        <a:srgbClr val="008439"/>
      </a:accent3>
      <a:accent4>
        <a:srgbClr val="B97000"/>
      </a:accent4>
      <a:accent5>
        <a:srgbClr val="D8DADC"/>
      </a:accent5>
      <a:accent6>
        <a:srgbClr val="3F3F3F"/>
      </a:accent6>
      <a:hlink>
        <a:srgbClr val="063D79"/>
      </a:hlink>
      <a:folHlink>
        <a:srgbClr val="D8DAD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</TotalTime>
  <Words>75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15</vt:i4>
      </vt:variant>
      <vt:variant>
        <vt:lpstr>Slide Titles</vt:lpstr>
      </vt:variant>
      <vt:variant>
        <vt:i4>5</vt:i4>
      </vt:variant>
    </vt:vector>
  </HeadingPairs>
  <TitlesOfParts>
    <vt:vector size="27" baseType="lpstr">
      <vt:lpstr>Arial</vt:lpstr>
      <vt:lpstr>Arial Black</vt:lpstr>
      <vt:lpstr>Arial Rounded MT Bold</vt:lpstr>
      <vt:lpstr>Courier New</vt:lpstr>
      <vt:lpstr>OpenSymbol</vt:lpstr>
      <vt:lpstr>Symbol</vt:lpstr>
      <vt:lpstr>Wingdings</vt:lpstr>
      <vt:lpstr>SE_powerpoint_17</vt:lpstr>
      <vt:lpstr>SE_powerpoint_17</vt:lpstr>
      <vt:lpstr>SE_powerpoint_17</vt:lpstr>
      <vt:lpstr>SE_powerpoint_17</vt:lpstr>
      <vt:lpstr>SE_powerpoint_17</vt:lpstr>
      <vt:lpstr>SE_powerpoint_17</vt:lpstr>
      <vt:lpstr>SE_powerpoint_17</vt:lpstr>
      <vt:lpstr>SE_powerpoint_17</vt:lpstr>
      <vt:lpstr>SE_powerpoint_17</vt:lpstr>
      <vt:lpstr>SE_powerpoint_17</vt:lpstr>
      <vt:lpstr>SE_powerpoint_17</vt:lpstr>
      <vt:lpstr>SE_powerpoint_17</vt:lpstr>
      <vt:lpstr>SE_powerpoint_17</vt:lpstr>
      <vt:lpstr>SE_powerpoint_17</vt:lpstr>
      <vt:lpstr>SE_powerpoint_17</vt:lpstr>
      <vt:lpstr>TITLE</vt:lpstr>
      <vt:lpstr>Contents</vt:lpstr>
      <vt:lpstr>Topic 1</vt:lpstr>
      <vt:lpstr>Thank You!</vt:lpstr>
      <vt:lpstr>Bibliography</vt:lpstr>
    </vt:vector>
  </TitlesOfParts>
  <Company>Universitaet Wuerzburg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Lukas Iffländer</dc:creator>
  <dc:description/>
  <cp:lastModifiedBy>matthias garzke</cp:lastModifiedBy>
  <cp:revision>1026</cp:revision>
  <cp:lastPrinted>2025-05-28T13:17:53Z</cp:lastPrinted>
  <dcterms:created xsi:type="dcterms:W3CDTF">2015-07-14T15:19:42Z</dcterms:created>
  <dcterms:modified xsi:type="dcterms:W3CDTF">2025-11-20T14:48:57Z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r8>4</vt:r8>
  </property>
</Properties>
</file>